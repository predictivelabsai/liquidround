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59E0B"/>
                </a:solidFill>
              </a:defRPr>
            </a:pPr>
            <a:r>
              <a:t>LiquidRound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8FAFC"/>
                </a:solidFill>
              </a:defRPr>
            </a:pPr>
            <a:r>
              <a:t>User Guide v0.4.0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AI-powered M&amp;A, IPO readiness, and hedge fund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Predictive Labs Ltd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User Guide — AI ECM / IB Analyst Squad for M&amp;A and 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Version 0.4.0 · Predictive Labs Ltd · Live at liquidround.ai</a:t>
            </a:r>
          </a:p>
          <a:p>
            <a:pPr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An AI-powered M&amp;A, IPO readiness, and hedge fund intelligence platform.</a:t>
            </a:r>
          </a:p>
          <a:p>
            <a:pPr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23 specialist agents — buyer-led sourcing and diligence, seller-led positioning</a:t>
            </a:r>
          </a:p>
          <a:p>
            <a:pPr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and IPO readiness, and public markets intelligence — in one chat-first workspace.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What this platform is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LiquidRound is the AI ECM / IB analyst squad — a chat-first workspace where</a:t>
            </a:r>
          </a:p>
          <a:p>
            <a:pPr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every question routes to the right specialist agent automatically.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Buy-side: Find acquisition targets, run diligence, score matches, and draft IC memos.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Sell-side: Prepare for sale (teasers / CIMs), identify buyers, and assess IPO readiness.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Public markets: Explore SEC 13F institutional holdings, fund AUM rankings, and activist filings.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BYOD: Upload your own pitch books, CIMs, and term sheets — agents read, cite, and draft from them.</a:t>
            </a:r>
          </a:p>
          <a:p>
            <a:pPr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The whole product answers one question: **"Who should we look at, what is it</a:t>
            </a:r>
          </a:p>
          <a:p>
            <a:pPr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worth, and what are the risks — ready for IC?"**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Getting started</a:t>
            </a:r>
          </a:p>
        </p:txBody>
      </p:sp>
      <p:pic>
        <p:nvPicPr>
          <p:cNvPr id="3" name="Picture 2" descr="01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Open liquidround.ai and choose your side: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Buyer-Led — the app defaults to sourcing, diligence, and valuation agents.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Seller-Led — the app defaults to positioning, teaser, and IPO readiness agents.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Sign in or register to save sessions, conversations, and pipelines. Guest users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can still use the full chat with in-memory sessions.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The platform — one system, every stage</a:t>
            </a:r>
          </a:p>
        </p:txBody>
      </p:sp>
      <p:pic>
        <p:nvPicPr>
          <p:cNvPr id="3" name="Picture 2" descr="02-ecm-squ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Your ECM / IB analyst squad spans 6 workflow categories: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Deal Sourcing &amp; Screening (4 agents) — target scanning, buyer scanning, deal triage, seller intent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Valuation &amp; Underwriting (6 agents) — company profiling, DCF, comps, LTM, multiples, synergy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Due Diligence Stack (5 agents) — VDR audit, contract abstraction, legal, operational, ESG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Deal Execution &amp; Capital (5 agents) — IC memo, teaser, bid strategy, IPO readiness, integration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Research &amp; Post-Deal (2 agents) — research analyst, match scorer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Public Markets &amp; Hedge Funds (1 agent) — SEC 13F holdings, fund AUM, activist filings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Sign in</a:t>
            </a:r>
          </a:p>
        </p:txBody>
      </p:sp>
      <p:pic>
        <p:nvPicPr>
          <p:cNvPr id="3" name="Picture 2" descr="03-sign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Email + password or Sign in with Google. Registration is free. Signed-in users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get persistent conversations, share links, and saved pipelines.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The chat interface — your primary workspace</a:t>
            </a:r>
          </a:p>
        </p:txBody>
      </p:sp>
      <p:pic>
        <p:nvPicPr>
          <p:cNvPr id="3" name="Picture 2" descr="04-app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The screen has three panes that stay consistent everywhere: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Left — navigation: Sessions, Agents (6 categories), Tools, Public Markets, Hedge Funds, Workspace (10 pages), Training, Help.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Centre — the chat: welcome hero with example prompts, message thread, and input bar.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Right — the artifact canvas: News, Artifact tabs for agent-produced tables, charts, citations, and PDF previews.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Ask a question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Type a natural-language question — *"Find founder-owned vet clinics in the Baltics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with EUR 4M+ EBITDA"* — and the auto-router picks the best agent.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Try a shortcut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Use a prefix command to route directly to a specific agent: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Prefix | Agent | What it does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|--------|-------|-------------|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profile: | Company Profiler | Look up a company by ticker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scan: | Target Scanner | Find acquisition targets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buyers: | Buyer Scanner | Identify strategic/financial buyers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triage: | Deal Triage | Quick deal screening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intent: | Seller Intent | Analyze seller motivation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dcf: | DCF Valuer | Discounted cash flow model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multi: | Multiples Valuer | EV/Revenue, EV/EBITDA comps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comps: | Comps Finder | Comparable transactions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ltm: | LTM Normalizer | Normalize trailing-twelve-month P&amp;L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synergy: | Synergy Analyst | Revenue and cost synergy modelling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score | Match Scorer | 7-dimension buyer-target scoring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vdr: | VDR Auditor | Audit data room completeness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abstract: | Contract Abstractor | Extract key terms from contracts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legal: | Legal Reviewer | Open litigation and legal risk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ops: | Operational DD | Working capital and operations review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esg: | ESG Reviewer | Environmental, social, governance screening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memo: | IC Memo Writer | Draft an investment committee memo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teaser: | Teaser Designer | Blind teaser for sell-side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bid: | Bid Strategist | Cash/stock mix and offer structuring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ipo: | IPO Readiness | Assess public offering readiness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integrate: | Integration Planner | Post-merger 100-day plan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research: | Research Analyst | Deep web + semantic research |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| hedgefunds: | Hedge Fund Analyst | SEC 13F holdings, fund AUM, activist filings |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Agent browser — 23 specialists at a glance</a:t>
            </a:r>
          </a:p>
        </p:txBody>
      </p:sp>
      <p:pic>
        <p:nvPicPr>
          <p:cNvPr id="3" name="Picture 2" descr="05-agents-expa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Click any agent category in the left nav to expand it. Each agent shows its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name and prefix shortcut. Click an agent to fill the chat input with a sample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question — the router picks up automatically.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Each agent has its own system prompt and tool set. View and customize prompts in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Help → Instructions.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Hedge Fund Treemap</a:t>
            </a:r>
          </a:p>
        </p:txBody>
      </p:sp>
      <p:pic>
        <p:nvPicPr>
          <p:cNvPr id="3" name="Picture 2" descr="06-hedgefunds-tree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Interactive Plotly treemap at Hedge Funds → Fund Treemap showing SEC Form 13F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institutional holdings. Cell size is proportional to portfolio value.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Filter controls: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Fund — search for a specific fund manager (e.g. "Bridgewater", "Vanguard")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Min Value ($) — filter positions by minimum value ($1M, $10M, $100M, $1B)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Limit — number of positions to display (200, 500, 1000)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Click Apply to refresh the treemap.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Chat commands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Click these in the left nav or type the prefix in chat: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Top Holdings — hedgefunds: top funds by AUM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Popular Securities — hedgefunds: most popular securities across all funds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Activist Filings — hedgefunds: recent activist filings</a:t>
            </a:r>
          </a:p>
          <a:p>
            <a:pPr lvl="1"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• Fund Search — hedgefunds: search for Bridgewater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Data source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All hedge fund data comes from SEC Form 13F filings — mandatory quarterly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disclosures by institutional investment managers with over $100M in qualifying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assets. Approximately 10,000+ fund managers and 7 million+ holdings in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the database.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Free tools — no sign-in required</a:t>
            </a:r>
          </a:p>
        </p:txBody>
      </p:sp>
      <p:pic>
        <p:nvPicPr>
          <p:cNvPr id="3" name="Picture 2" descr="07-tools-com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Market Comparables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Enter a company URL to get sector M&amp;A benchmarks — EV/Revenue and EV/EBITDA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multiples compared to Damodaran sector averages.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Business Valuation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Enter a company URL and basic financials to get an indicative valuation range.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AI-generated value drivers (positive and negative) are included. Supports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human-friendly number input: 1M, 500k, 2.5B, or 1,000,000.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Find Buyers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Enter a company URL to identify potential strategic and financial buyers with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match scoring.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All three tools work by scraping the company website, identifying the sector, and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applying relevant multiples and buyer databases. Each ends with a **Book a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15-minute call** lead capture 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Industries</a:t>
            </a:r>
          </a:p>
        </p:txBody>
      </p:sp>
      <p:pic>
        <p:nvPicPr>
          <p:cNvPr id="3" name="Picture 2" descr="09-indus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Sector-specific M&amp;A advisory pages across the Baltics and Nordics. Each industry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page includes sector description, sub-sectors, advisor CTAs, and a "Find Buyers"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widget.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Public Markets</a:t>
            </a:r>
          </a:p>
        </p:txBody>
      </p:sp>
      <p:pic>
        <p:nvPicPr>
          <p:cNvPr id="3" name="Picture 2" descr="16-ipo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IPO Map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Global IPO heatmap — recent IPOs sized by market cap, colored by performance since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listing. Filter by region, country, exchange, and sector. KPIs: total IPOs, average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performance, total market cap, best performer.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IPO Pipeline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Track private mega-caps and upcoming US IPOs from the NASDAQ calendar. Bar chart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by sector, with company details including round, valuation, and description.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Prospectus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Browse and analyze IPO prospectus documents.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Workspace pages</a:t>
            </a:r>
          </a:p>
        </p:txBody>
      </p:sp>
      <p:pic>
        <p:nvPicPr>
          <p:cNvPr id="3" name="Picture 2" descr="10-compan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Companies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Search the company database by name, sector, or geography. Click a company to see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its full profile with financials, description, and deal brief.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Pipelines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Track your deal pipeline — add targets or buyers, set deal stages, and monitor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progress. Requires sign-in.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Daily Deals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AI-curated daily digest of M&amp;A-relevant companies. Each company gets a deal angle,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investment thesis, and sector comps. The featured company gets a deep dive with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company overview, deal context, and a bottom-line recommendation.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Delivered as a styled email — opt in via your profile preferences.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Valuation Simulator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Interactive valuation simulator with 4 methods: EV/Revenue multiples, EV/EBITDA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multiples, DCF (WACC + equity bridge), and combined view. Enter your financials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and adjust assumptions in real time.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Analytics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Text-to-SQL analytics — ask questions in plain English and get charts + tables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from the database.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Data Room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Upload and manage deal documents organized by company. Supports PDF, DOCX, XLSX,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PPTX, CSV, and image files. Drag-and-drop or use the upload button.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Documents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Browse uploaded documents. Extract key terms or score documents against buyer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criteria.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Deal History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View your workflow history with charts showing deal types, timeline, and status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distribution.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Instructions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View and customize agent system prompts to tailor AI behavior to your firm's</a:t>
            </a:r>
          </a:p>
          <a:p>
            <a:pPr>
              <a:spcAft>
                <a:spcPts val="300"/>
              </a:spcAft>
              <a:defRPr sz="1300">
                <a:solidFill>
                  <a:srgbClr val="F8FAFC"/>
                </a:solidFill>
              </a:defRPr>
            </a:pPr>
            <a:r>
              <a:t>standards.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Exports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Excel (XLSX) — when an agent produces a table, click Download XLSX for a formatted spreadsheet with styled headers.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Word (DOCX) — IC memos, teasers, and other markdown content export as Word documents via Download DOCX.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PDF — IC memos produce a PDF preview in the right pane. Company cards can also be downloaded as branded PDFs.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Currency — switch between EUR, GBP, and USD in Configuration.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Role — set your default view to Buyer, Seller, or Both. Affects which agents and suggestions appear first.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Number input — all financial inputs support human-friendly shortcuts: 1M, 35.5k, 2B, 1,000,000.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Keyboard shortcuts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Enter — send message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Shift+Enter — new line in message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Tips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Use the Copy button to copy all chat messages to clipboard.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Use the Share button to generate a shareable link for your session.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The News tab in the right pane shows live M&amp;A news.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The Artifact tab shows agent-produced tables, charts, and citations.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Upload documents via the paperclip button or drag-and-drop.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All collapsible nav sections can be expanded by clicking the section header.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</a:defRPr>
            </a:pPr>
            <a:r>
              <a:t>Quick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Navigation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*Agents* — 6 categories, 23 specialists · *Tools* — Market Comps, Find Buyers, Valuation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*Public Markets* — IPO Map, IPO Pipeline, Prospectus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*Hedge Funds* — Fund Treemap, Top Holdings, Popular Securities, Activist Filings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*Workspace* — Companies, Pipelines, Daily Deals, Valuation, Analytics, Data Room, Documents, Deal History, Exports, Instructions</a:t>
            </a:r>
          </a:p>
          <a:p>
            <a:pPr lvl="1"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• *Help* — Profile, Help page, Keyboard shortcuts</a:t>
            </a:r>
          </a:p>
          <a:p>
            <a:pPr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Prefix commands: profile: · scan: · buyers: · triage: · intent: · dcf: · multi: · comps: · ltm: · synergy: · score · vdr: · abstract: · legal: · ops: · esg: · memo: · teaser: · bid: · ipo: · integrate: · research: · hedgefunds:</a:t>
            </a:r>
          </a:p>
          <a:p>
            <a:pPr>
              <a:spcAft>
                <a:spcPts val="400"/>
              </a:spcAft>
              <a:defRPr sz="1400">
                <a:solidFill>
                  <a:srgbClr val="F8FAFC"/>
                </a:solidFill>
              </a:defRPr>
            </a:pPr>
            <a:r>
              <a:t>LiquidRound v0.4.0 — Predictive Labs Ltd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
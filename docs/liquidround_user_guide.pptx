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LiquidRound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FAFC"/>
                </a:solidFill>
              </a:defRPr>
            </a:pPr>
            <a:r>
              <a:t>User Guide v0.4.0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AI-powered M&amp;A, IPO readiness, and hedge fund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Predictive Labs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provides three modes of operation: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Buyer-Led — Find acquisition targets, run diligence, score matches, and draft IC memos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Seller-Led — Prepare for sale (teasers / CIMs), identify buyers, and assess IPO readiness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Public Markets / Hedge Funds — Explore SEC 13F institutional holdings, fund AUM rankings, and activist filings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Sign in or register to save your sessions, conversations, and pipelines. Guest users can still use the chat with in-memory sessions.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The Chat Interface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2095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220"/>
                          </a:solidFill>
                        </a:defRPr>
                      </a:pPr>
                      <a:r>
                        <a:t>Prefix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220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220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profile: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Company Profiler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Look up a company by ticker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scan: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Target Scanner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Find acquisition targets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buyers: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Buyer Scanner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Identify strategic/financial buyers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triage: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Deal Triage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Quick deal screening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intent: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Seller Intent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Analyze seller motivation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dcf: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DCF Valuer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Discounted cash flow model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multi: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Multiples Valuer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EV/Revenue, EV/EBITDA comps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comps: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Comps Finder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Comparable transactions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ltm: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LTM Normalizer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Normalize trailing-twelve-month P&amp;L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synergy: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Synergy Analyst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Revenue and cost synergy modelling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Match Scorer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7-dimension buyer-target scoring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vdr: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VDR Auditor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Audit data room completeness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abstract: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Contract Abstractor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Extract key terms from contracts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legal: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Legal Reviewer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Open litigation and legal risk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ops: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Operational DD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Working capital and operations review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esg: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ESG Reviewer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Environmental, social, governance screening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memo: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IC Memo Writer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Draft an investment committee memo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teaser: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Teaser Designer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Blind teaser for sell-side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bid: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Bid Strategist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Cash/stock mix and offer structuring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ipo: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IPO Readiness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Assess public offering readiness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integrate: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Integration Planner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Post-merger 100-day plan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research: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Research Analyst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Deep web + semantic research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hedgefunds: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Hedge Fund Analyst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SEC 13F holdings, fund AUM, activist filings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ECM Agent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includes 23 specialized AI agents organized into 6 categories: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Deal Sourcing &amp; Screening (4 agents) — Deal triage, target scanning, buyer scanning, seller intent analysis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Valuation &amp; Underwriting (6 agents) — Company profiling, DCF, comps, LTM normalization, multiples, synergy modelling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Due Diligence Stack (5 agents) — VDR audit, contract abstraction, legal review, operational review, ESG screening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Deal Execution &amp; Capital (5 agents) — IC memo writing, teaser design, bid strategy, IPO readiness, integration planning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Research &amp; Post-Deal (2 agents) — Research analyst, match scorer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Public Markets &amp; Hedge Funds (1 agent) — Hedge fund analyst with SEC 13F data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Each agent has its own system prompt and tool set. You can view and edit agent prompts in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Public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Access via the Public Markets section in the left navigation: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IPO Map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Interactive world map of recent and upcoming IPOs. Filter by geography and sector.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IPO Pipeline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Track the IPO pipeline with deal stages, expected pricing dates, and offering sizes.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Prospectus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Browse and analyze IPO prospectus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Hedge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Access via the Hedge Funds section in the left navigation: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Fund Treemap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Interactive Plotly treemap at /app/hedgefunds showing SEC Form 13F institutional holdings. The visualization groups positions by fund manager, with cell size proportional to portfolio value.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Filter controls: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Fund — Search for a specific fund manager (e.g. "Bridgewater", "Vanguard")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Min Value ($) — Filter positions by minimum value ($1M, $10M, $100M, $1B)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Limit — Number of positions to display (200, 500, 1000)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Click Apply to refresh the treemap with your filters.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Chat Commands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Click these in the left nav or type the prefix in chat: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Top Holdings — hedgefunds: top funds by AUM — Shows the largest institutional investors ranked by total portfolio value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Popular Securities — hedgefunds: most popular securities across all funds — The most widely held stocks across all 13F filers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Activist Filings — hedgefunds: recent activist filings — Recent Schedule 13D/13G beneficial ownership filings (indicates activist stakes)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Data Source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All hedge fund data comes from SEC Form 13F filings — mandatory quarterly disclosures by institutional investment managers with over $100M in qualifying assets. Key points: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Data reflects the latest available quarter with a 45-day filing lag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Values are reported in thousands of dollars (the SEC standard)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Only long equity positions are included (no shorts, options, or fixed income)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Approximately 10,000+ fund managers and 7 million+ holdings in the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Lead-Magnet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Three free tools are available without sign-in, accessible from the Tools section: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Market Comps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Enter a company URL to get sector M&amp;A benchmarks — EV/Revenue and EV/EBITDA multiples compared to sector averages.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Find Buyers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Enter a company URL to identify potential strategic and financial buyers with match scoring.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Valuation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Enter a company URL and basic financials to get an indicative valuation range based on sector benchmarks.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All three tools work by scraping the company website, identifying the sector, and applying relevant multiples and buyer databases.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Workspace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Companies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Search the company database by name, sector, or geography. Click a company to see its full profile with financials, description, and deal brief.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Pipelines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Track your deal pipeline — add targets or buyers, set deal stages, and monitor progress.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Daily Deals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AI-curated daily digest of M&amp;A-relevant companies with thesis analysis and sector comps.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Valuation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Interactive valuation simulator with 4 methods: EV/Revenue multiples, EV/EBITDA multiples, DCF (WACC + equity bridge), and combined view.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Analytics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Text-to-SQL analytics — ask questions in plain English and get charts + tables from the database.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Data Room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Upload and manage deal documents organized by company. Supports PDF, DOCX, XLSX, PPTX, CSV, and image files.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Documents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Browse and view uploaded documents. Extract key terms or score documents against buyer criteria.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Deal History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View your workflow history with charts showing deal types, timeline, and status distribution.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Instructions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View and customize agent system prompts to tailor AI behavior to your firm's standards.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Help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In-app help and quick 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Exports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Excel (XLSX)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When an agent produces a table, click the Download XLSX button to get a formatted Excel file with styled headers.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Word (DOCX)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IC memos, teasers, and other markdown content can be exported as Word documents via the Download DOCX button.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PDF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IC memos produce a PDF preview in the right pane. Company cards can also be downloaded as PDF files with LiquidRound branding.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Currency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Switch between EUR, GBP, and USD in the Configuration section of the left pane.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Role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Set your default view to Buyer, Seller, or Both. This affects which agents and suggestions appear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Keyboard Shortcuts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Enter — Send message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Shift+Enter — New line in message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</a:defRPr>
            </a:pPr>
            <a:r>
              <a:t>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Use the Copy button to copy all chat messages to clipboard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Use the Share button to generate a shareable link for your chat session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The News tab in the right pane shows live M&amp;A news from major financial sources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The Artifact tab shows agent-produced tables, charts, and citations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Upload documents via the paperclip button or drag-and-drop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All collapsible nav sections (Agents, Tools, Public Markets, Hedge Funds, Workspace) can be expanded by clicking the section header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
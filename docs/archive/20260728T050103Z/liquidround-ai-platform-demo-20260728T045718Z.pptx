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LiquidRound AI 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</a:defRPr>
            </a:pPr>
            <a:r>
              <a:t>M&amp;A · IPO · Public Markets · Investor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30 specialist agents · 7 categories · chat-first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Predictive Labs Ltd · 20260728T045718Z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Current platform guide for M&amp;A, IPO, public markets, and investor 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Edition generated 2026-07-28 07:55 EEST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v0.5.1 · Predictive Labs Ltd · liquidround.ai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is a chat-first AI platform for transaction teams, public-markets analysts,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and investor-relations professionals. It combines 30 specialist agents across 7 categories,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guided tools, live market data, document workflows, and exportable work products in one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workspace.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PDF edition includes a page-numbered table of contents immediately after the cover.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in-app guide generates linked navigation from the section headings below.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Demo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Use this sequence for a concise platform demonstration: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1. Open the three-pane workspace and show automatic agent routing.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2. Show the always-visible live News pane and run a company profile or deep-research prompt.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3. Expand Investor Relations and create a researched press release.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4. Triage a material event with ir-triage: to show disclosure go/no-go analysis.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5. Export the drafted release to Markdown, Word, and PDF, then save it to the Data Room.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6. Run ir-publish: to finalize an approved draft into a wire-ready package.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7. Open Public Markets, Deal Radar, Analytics, and the Skills editor.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most important workflow is Investor Relations → Press Release Creator. It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turns a guided brief into a researched, publication-ready draft while keeping source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notes and verification warnings visible to the editor. The new IR agent squad covers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full disclosure lifecycle: triage, drafting, compliance review, publishing, and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What changed from the previous guide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05840"/>
          <a:ext cx="105156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220"/>
                          </a:solidFill>
                        </a:defRPr>
                      </a:pPr>
                      <a:r>
                        <a:t>Previous guide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220"/>
                          </a:solidFill>
                        </a:defRPr>
                      </a:pPr>
                      <a:r>
                        <a:t>Actual platform reflected here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Described 23 agents in Daily Radar and only one public-markets agent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Documents all 30 registered agents across 7 categories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Had no dedicated investor-relations agent category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Features a dedicated **Investor Relations &amp; Communications** category with 5 agents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Had no IR triage, compliance, publish, or distribution agents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Includes ir-triage:, ir-compliance:, ir-publish:, and ir-distribute: specialists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Called the prompt editor "Instructions"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Uses the canonical **Skills** name and /app/skills route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Omitted SEC filing analysis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Includes Filing Analyst and the SEC Filings workspace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Omitted press-release intelligence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Includes the 390K+ release search and analysis workspace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Had no investor-relations creation workflow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Features the guided, web-researched Press Release Creator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Did not describe release exports or saving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Covers Copy, Markdown, Word, PDF, and Data Room save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Public Markets navigation was incomplete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Covers IPO Map, IPO Pipeline, SPACs, Prospectus, SEC Filings, and Press Releases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Workspace naming and links were stale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Aligns Companies, Pipelines, Deal Radar, Data Coverage, Valuation, Analytics, Data Room, Documents, Deal History, Skills, and User Guide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Getting started</a:t>
            </a:r>
          </a:p>
        </p:txBody>
      </p:sp>
      <p:pic>
        <p:nvPicPr>
          <p:cNvPr id="3" name="Picture 2" descr="07-app-bu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liquidround.ai and choose a Buyer-Led or Seller-Led entry point. Sign in with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email and password or Google to persist conversations, pipelines, documents, preferences,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share links, bookmarks, and generated investor-relations drafts.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primary application uses three panes: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Left pane: sessions, 30 agents in seven categories, Tools, Investor Relations,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Public Markets, Hedge Funds, Workspace, Training, and Help.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Centre pane: routed chat, guided workspace pages, forms, results, and controls.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Right pane: an always-visible desktop News feed for market intelligence. Agent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tables, charts, citations, and other work products render inline in the conversation;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generated PDFs open in a dedicated browser tab.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On mobile, the left pane becomes a slide-in menu and the centre pane remains the main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working surface.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featured workflow</a:t>
            </a:r>
          </a:p>
        </p:txBody>
      </p:sp>
      <p:pic>
        <p:nvPicPr>
          <p:cNvPr id="3" name="Picture 2" descr="19-ir-press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Press Release Creator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Investor Relations → Press Release Creator at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/app/investor-relations/press-release.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Only Topic is required. The guided brief also supports: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Company name or website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Release type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Language and tone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Intended audience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Key facts, dates, figures, and approved claims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Quote guidance and speaker details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Approved company boilerplate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Investor and media contacts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Length, embargo, exchange, and other instructions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Press Research and draft release. The workflow searches current web and semantic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sources, sends the evidence and brief to the Press Release Writer, and returns editable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Markdown. Primary and official sources are preferred. When a material fact cannot be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verified, the writer uses a confirmation placeholder or omits the claim.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Draft structure and safeguards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writer produces a news-led headline, optional subheadline, dateline, lead, supporting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facts, attributed or clearly marked draft quotes, boilerplate, contacts, and source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verification notes. It distinguishes completed events from plans and forward-looking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statements. Regulated, earnings, fundraising, clinical, and M&amp;A announcements are flagged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for legal or compliance review.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Release output actions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Copy — copy the editable Markdown.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Markdown — download a .md source file.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Word — download a formatted .docx document.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PDF — download a branded, paginated PDF.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Save to workspace — save the draft to the signed-in user's Data Room.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The IR agent squad — full disclosure lifecycle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Investor Relations category contains 5 agents covering the complete disclosure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workflow from event detection through distribution: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Event Triage (ir-triage:) — assesses whether an event is material enough to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require disclosure under Reg FD, MAR Article 17, or exchange rules. Returns a go/no-go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verdict with urgency window and recommended channel.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Press Release Writer (write-release:) — researches the live web and drafts a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publication-ready investor-relations release from a topic and guided brief.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Compliance Reviewer (ir-compliance:) — reviews a draft for Reg FD, MAR, and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exchange-rule compliance before publish. Flags selective disclosure risks, forward-looking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statement shortfalls, and missing cautionary language.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Publish Agent (ir-publish:) — takes an approved draft and produces the final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wire-ready package: exchange-compliant formatting, wire-service fields, and a pre-publish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checklist.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Distribution Planner (ir-distribute:) — plans wire-service routing, exchange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notifications, investor and analyst lists, media targeting, and embargo/timing strategy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across time zones.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Demo prompts: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ir-triage: our CFO resigned unexpectedly — do we need to disclose?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write-release: research Enefit Green and draft a release about a new solar project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ir-compliance: check this draft earnings release for Reg FD issues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ir-publish: finalize the approved Q3 earnings release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ir-distribute: plan distribution for our Q3 earnings release across Nordic exchanges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30-agent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Deal Sourcing and Screening — 4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Target Scanner (scan:) — find acquisition targets by sector, geography, and size.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Buyer Scanner (buyers:) — map strategic and financial buyers.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Deal Triage (triage:) — return a rapid go/no-go against an investment mandate.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Seller Intent Signal (intent:) — rank companies by likelihood of entering a sale.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Valuation and Underwriting — 6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Company Profiler (profile:) — build a live company and financial profile.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Transaction Comps Finder (comps:) — find precedents and trading comparables.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LTM Financials Normalizer (ltm:) — normalize P&amp;L and EBITDA add-backs.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DCF Valuer (dcf:) — create a five-year DCF and sensitivity analysis.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Multiples Valuer (multi:) — apply peer and transaction multiples.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Synergy Analyst (synergy:) — quantify revenue, cost, and operating synergies.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Due Diligence — 5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VDR Auditor (vdr:) — audit a data room against a comprehensive checklist.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Contract Abstractor (abstract:) — extract key terms with page references.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Legal and Regulatory Reviewer (legal:) — flag litigation and consent risks.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Operational Diligence Reviewer (ops:) — surface operational gaps and actions.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ESG and Compliance Risk Flagger (esg:) — assess environmental, social, and governance risks.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Deal Execution and Capital — 5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IC Memo Writer (memo:) — draft an investment-committee memo.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Teaser and CIM Designer (teaser:) — create buyer-ready sell-side materials.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Bid Strategist (bid:) — structure cash, stock, escrow, earnouts, and terms.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IPO Readiness Assessor (ipo:) — assess financial, governance, operating, and market readiness.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Match Scorer (score:) — score buyer-target fit across seven dimensions.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Research and Post-Deal — 2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Deep Research Analyst (research:) — combine web and semantic research with citations.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Integration and 100-Day Planner (integrate:) — create day-one and 30-60-90-day plans.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Public Markets — 3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Hedge Fund Analyst (hedgefunds:) — analyze 13F holdings, AUM, concentration, and activist filings.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Filing Analyst (filings:) — search and analyze EDGAR filings including 10-K, 10-Q, 8-K, proxy, and XBRL.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Press Release Analyst (releases:) — search, read, and aggregate 390K+ historical releases.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Investor Relations and Communications — 5 agents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IR Event Triage (ir-triage:) — materiality go/no-go against Reg FD, MAR, and exchange rules.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Press Release Writer (write-release:) — research and draft publication-ready IR releases.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IR Compliance Reviewer (ir-compliance:) — Reg FD / MAR / exchange disclosure check before publish.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IR Publish Agent (ir-publish:) — approved draft to final wire-ready package with checklist.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IR Distribution Planner (ir-distribute:) — wire services, exchanges, investor lists, and timing.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Chat, routing, and artifacts</a:t>
            </a:r>
          </a:p>
        </p:txBody>
      </p:sp>
      <p:pic>
        <p:nvPicPr>
          <p:cNvPr id="3" name="Picture 2" descr="10-chat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Ask a natural-language question or start with an agent prefix. Explicit prefixes take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priority; otherwise the router uses intent hints and a classifier. Agent progress and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tool calls stream into the conversation.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desktop News pane is visible by default and remains dedicated to live market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intelligence. Agent work products—company profiles, result tables, citations, scoring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matrices, and charts—render inline in the conversation, while generated memo PDFs open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in a dedicated browser tab. Use Copy to copy the conversation and Share to create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 read-only session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Public Markets</a:t>
            </a:r>
          </a:p>
        </p:txBody>
      </p:sp>
      <p:pic>
        <p:nvPicPr>
          <p:cNvPr id="3" name="Picture 2" descr="15-ipo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IPO Map and IPO Pipeline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IPO Map shows recent listings sized by market capitalization and colored by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performance. Filters cover geography, exchange, sector, and other attributes. The IPO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Pipeline tracks private candidates and upcoming calendar entries.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Prospectus Builder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Choose uploaded PDF, XLSX, or PPTX materials, extract prospectus sections with AI, edit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fields, and generate a formatted PDF.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SPAC Tracker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Track searching, announced, completed, and liquidated SPACs. Review trust values,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redemptions, lifecycle charts, prices, targets, and institutional holders.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SEC Filings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Search EDGAR filings, inspect filings and XBRL data, ask the Filing Analyst questions,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and export the workspace overview to PDF.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Press Release Intelligence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Search releases by keyword, ticker, event type, and look-back period. Read full items,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review predicted market direction when available, run aggregate analysis, and export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release view to 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Hedge Fund Intelligence</a:t>
            </a:r>
          </a:p>
        </p:txBody>
      </p:sp>
      <p:pic>
        <p:nvPicPr>
          <p:cNvPr id="3" name="Picture 2" descr="16-hedge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Fund Treemap visualizes SEC Form 13F positions by portfolio value. Search managers,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set minimum position sizes, adjust result limits, and bookmark funds. Chat shortcuts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surface top holdings, popular securities, portfolio concentration, and Schedule 13D/13G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activist activity.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Free public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public Tools menu provides three no-sign-in workflows: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Market Comparables — scrape a company site and benchmark relevant transaction multiples.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Find Buyers — identify and score strategic and financial buyers.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Business Valuation — combine financial inputs with sector multiples and value drivers.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Financial fields accept shorthand such as 1M, 500k, and 2.5B.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Companies and company profiles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Search company data by name, sector, and geography. Open detailed profiles, financials,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deal briefs, and company-level CSV/PDF exports.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Pipelines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Maintain target and buyer pipelines, add items, and move them between stages.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Deal Radar, Methodology, and Data Coverage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Deal Radar ranks buyer-target synergy pairs and target opportunities. Methodology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documents the weighted scoring model. Data Coverage reports country coverage and supports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manual synchronization of Estonian, Norwegian, and Danish company sources.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Valuation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Use EV/Revenue, EV/EBITDA, DCF, and combined valuation views with adjustable assumptions.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Analytics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Ask database questions in plain language and receive tables and charts. Export analytics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documentation to PDF.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Data Room and Documents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Upload, download, organize, and remove PDF, DOCX, XLSX, PPTX, CSV, image, and text files.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document agents can parse content, extract terms, and use workspace documents in analysis.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Investor Relations drafts saved from the Press Release Creator appear here.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Deal History and Daily Deals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Review prior workflows and status charts. Generate, send, preview, and export Daily Deals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digests that combine company scans, synergy pairs, public-market intelligence, and a deep dive.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Open Workspace → Skills at /app/skills to review and edit the operating skill for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each registered agent. The editor supports WYSIWYG and Markdown modes, version history,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and reverting. Saved changes clear the agent cache and take effect immediately.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The legacy /app/instructions address permanently redirects to Skills.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Investor Relations is represented by five prominently listed skills: IR Event Triage,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Press Release Writer, IR Compliance Reviewer, IR Publish Agent, and **IR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Distribution Planner** — each containing research rules, disclosure frameworks, factual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safeguards, tone requirements, and compliance guidance.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Exports and generated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supports: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XLSX exports for structured tables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DOCX exports for Markdown-based documents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Branded PDF exports across workspace pages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CSV and PDF company exports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Press-release Markdown, Word, and PDF downloads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In-pane PDF previews for supported work products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Generated documents should be reviewed by the responsible transaction, legal, compliance,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or investor-relations owner before external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Account and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Profile settings cover account details, password, preferred currency, buyer/seller role,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deal preferences, and digest notifications. Supported working currencies include EUR,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GBP, and USD.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Training and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Deal Street provides scenario-based training. Help includes Profile/Account, this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User Guide, Scoring Methodology, and agent shortcut references.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Keyboard controls: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Enter — send a chat message.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Shift+Enter — insert a new 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Demo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Confirm the user is signed in before demonstrating persistence or Data Room save.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Start with the Investor Relations creator and use a real, researchable company topic.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Review source notes and verification placeholders before presenting the draft as final.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Export the same draft to Markdown, Word, and PDF.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Save the draft and open it from the Data Room.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Run ir-triage: on a hypothetical material event to show disclosure go/no-go analysis.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Run ir-publish: to show the wire-ready package and pre-publish checklist.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Contrast releases: historical intelligence with write-release: creation.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Show Skills and open the Press Release Writer skill.</a:t>
            </a:r>
          </a:p>
          <a:p>
            <a:pPr lvl="1"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• Finish with a public-markets page and an agent-produced artifact.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Document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This document was generated from the platform state inspected on 2026-07-28.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Prior guide editions are stored under docs/archive/. The repeatable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regenerate-liquidround-demo skill archives prior outputs, audits current routes and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agents, refreshes this source guide, and produces timestamped Markdown and PDF editions.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v0.5.1 — Predictive Labs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
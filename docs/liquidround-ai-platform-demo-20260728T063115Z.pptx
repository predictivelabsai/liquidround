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9E0B"/>
                </a:solidFill>
              </a:defRPr>
            </a:pPr>
            <a:r>
              <a:t>LiquidRound AI Platform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8FAFC"/>
                </a:solidFill>
              </a:defRPr>
            </a:pPr>
            <a:r>
              <a:t>M&amp;A · IPO · Public Markets · Investor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31 specialist agents · 7 categories · chat-first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Predictive Labs Ltd · 20260728T063115Z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Demo at a glance</a:t>
            </a:r>
          </a:p>
        </p:txBody>
      </p:sp>
      <p:pic>
        <p:nvPicPr>
          <p:cNvPr id="3" name="Picture 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12740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1. Open the three-pane workspace — show automatic agent routing.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2. Run a company profile or deep-research prompt in the chat.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3. Expand Investor Relations → create a researched press release.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4. Triage a material event with ir-triage: — disclosure go/no-go.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5. Export the draft to Markdown, Word, and PDF → save to Data Room.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6. Run ir-publish: to finalize into a wire-ready package.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7. Open Public Markets, Deal Radar, Analytics, and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Getting started</a:t>
            </a:r>
          </a:p>
        </p:txBody>
      </p:sp>
      <p:pic>
        <p:nvPicPr>
          <p:cNvPr id="3" name="Picture 2" descr="07-app-bu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Sign in at liquidround.ai — choose Buyer-Led or Seller-Led. Three panes: left (sessions, 31 agents, Tools, IR, Public Markets), centre (routed chat, workspace pages), right (live News feed).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On mobile, the left pane becomes a slide-in menu.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Press Release Creator</a:t>
            </a:r>
          </a:p>
        </p:txBody>
      </p:sp>
      <p:pic>
        <p:nvPicPr>
          <p:cNvPr id="3" name="Picture 2" descr="19-ir-press-rel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Investor Relations → Press Release Creator at /app/investor-relations/press-release. Only Topic is required. The guided brief supports company, release type, language, tone, audience, key facts, quotes, boilerplate, contacts, and embargo.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Press Research and draft release — the workflow searches the web, sends evidence to the Press Release Writer, and returns editable Markdown with source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draft safeguards and exports</a:t>
            </a:r>
          </a:p>
        </p:txBody>
      </p:sp>
      <p:pic>
        <p:nvPicPr>
          <p:cNvPr id="3" name="Picture 2" descr="20-ir-press-releas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writer produces a news-led headline, dateline, lead, supporting facts, attributed quotes, boilerplate, contacts, and source verification notes. Regulated announcements are flagged for legal review.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Output actions: Copy · Markdown · Word · PDF · Save to Data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the IR agent squad</a:t>
            </a:r>
          </a:p>
        </p:txBody>
      </p:sp>
      <p:pic>
        <p:nvPicPr>
          <p:cNvPr id="3" name="Picture 2" descr="21-chat-ir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Five agents cover the full disclosure lifecycle: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Event Triage (ir-triage:) — materiality go/no-go under Reg FD, MAR, exchange rules.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Press Release Writer (write-release:) — research and draft publication-ready releases.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Compliance Reviewer (ir-compliance:) — Reg FD / MAR compliance check before publish.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Publish Agent (ir-publish:) — approved draft → wire-ready package + checklist.</a:t>
            </a:r>
          </a:p>
          <a:p>
            <a:pPr lvl="1"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• IR Distribution Planner (ir-distribute:) — wire services, exchanges, investor lists, timing.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Investor Relations — publish and distribute</a:t>
            </a:r>
          </a:p>
        </p:txBody>
      </p:sp>
      <p:pic>
        <p:nvPicPr>
          <p:cNvPr id="3" name="Picture 2" descr="22-chat-ir-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Run ir-publish: to take an approved draft and produce the final wire-ready package with exchange-compliant formatting and a pre-publish checklist. Then ir-distribute: plans wire-service routing, exchange notifications, and cross-timezone timing.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Demo prompts: ir-triage: CFO resigned, ir-compliance: check this draft, ir-publish: finalize Q3 earnings, ir-distribute: Nordic exchanges.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31-agent squad — sourcing and underwriting</a:t>
            </a:r>
          </a:p>
        </p:txBody>
      </p:sp>
      <p:pic>
        <p:nvPicPr>
          <p:cNvPr id="3" name="Picture 2" descr="03-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15745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Deal Sourcing (4): Target Scanner (scan:), Buyer Scanner (buyers:), Deal Triage (triage:), Seller Intent (intent:).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Valuation &amp; Underwriting (6): Company Profiler (profile:), Comps Finder (comps:), LTM Normalizer (ltm:), DCF Valuer (dcf:), Multiples Valuer (multi:), Synergy Analyst (synergy:).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31-agent squad — diligence and capital</a:t>
            </a:r>
          </a:p>
        </p:txBody>
      </p:sp>
      <p:pic>
        <p:nvPicPr>
          <p:cNvPr id="3" name="Picture 2" descr="04-ag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188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Due Diligence (5): VDR Auditor (vdr:), Contract Abstractor (abstract:), Legal Reviewer (legal:), Operational DD (ops:), ESG Flagger (esg:).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Deal Execution &amp; Capital (5): IC Memo Writer (memo:), Teaser/CIM Designer (teaser:), Bid Strategist (bid:), IPO Readiness (ipo:), Match Scorer (score:).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The 31-agent squad — research and public markets</a:t>
            </a:r>
          </a:p>
        </p:txBody>
      </p:sp>
      <p:pic>
        <p:nvPicPr>
          <p:cNvPr id="3" name="Picture 2" descr="09-agent-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Research &amp; Post-Deal (2): Deep Research Analyst (research:), Integration Planner (integrate:).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Public Markets (4): Hedge Fund Analyst (hedgefunds:), Filing Analyst (filings:), Press Release Analyst (releases:), Reverse Merger Analyst (rto:).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Investor Relations (5): IR Triage, Press Release Writer, IR Compliance, IR Publish, IR Distribution.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Chat, routing, and artifacts</a:t>
            </a:r>
          </a:p>
        </p:txBody>
      </p:sp>
      <p:pic>
        <p:nvPicPr>
          <p:cNvPr id="3" name="Picture 2" descr="10-chat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Ask a natural-language question or use an agent prefix. The router picks the right agent; progress and tool calls stream live. Work products — profiles, tables, citations, charts — render inline. Use Copy and Share for session links.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 — DCF and IC memo</a:t>
            </a:r>
          </a:p>
        </p:txBody>
      </p:sp>
      <p:pic>
        <p:nvPicPr>
          <p:cNvPr id="3" name="Picture 2" descr="11-chat-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DCF Valuer builds a five-year model with WACC and terminal-growth sensitivity. IC Memo Writer drafts a full investment-committee memo from workspace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Chat — IPO readiness</a:t>
            </a:r>
          </a:p>
        </p:txBody>
      </p:sp>
      <p:pic>
        <p:nvPicPr>
          <p:cNvPr id="3" name="Picture 2" descr="13-chat-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IPO Readiness Assessor checks financial, governance, operational, and market readiness for a listing.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Public Markets — IPO Map and SPACs</a:t>
            </a:r>
          </a:p>
        </p:txBody>
      </p:sp>
      <p:pic>
        <p:nvPicPr>
          <p:cNvPr id="3" name="Picture 2" descr="15-ipo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IPO Map shows recent listings sized by market cap, colored by performance. The SPAC Tracker covers searching, announced, completed, and liquidated SPACs with trust values and redemptions.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Public Markets — SPAC Tracker</a:t>
            </a:r>
          </a:p>
        </p:txBody>
      </p:sp>
      <p:pic>
        <p:nvPicPr>
          <p:cNvPr id="3" name="Picture 2" descr="17-spa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Track SPAC lifecycle, trust values, redemptions, prices, targets, and institutional holders.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Public Markets — Reverse Mergers</a:t>
            </a:r>
          </a:p>
        </p:txBody>
      </p:sp>
      <p:pic>
        <p:nvPicPr>
          <p:cNvPr id="3" name="Picture 2" descr="reverse-mergers-overview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Public Markets → Reverse Mergers at /app/reverse-mergers. Compare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traditional US reverse mergers, reviewed Canadian RTO/CPC records, and SPAC/de-SPAC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transactions in one normalized workspace. Filters cover jurisdiction, status, company,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target, structure, evidence, and deal value. Subtabs separate traditional reverse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mergers from the SPAC comparison and explain the classification methodology.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three-year US monitor uses SEC EDGAR evidence, especially Form 8-K Items 1.01,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2.01, 5.01, 5.06, and 9.01. Canadian records are reviewed manual citations until a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licensed bulk source is connected; LiquidRound does not scrape or mirror SEDAR+.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Use rto: to ask the Reverse Merger Analyst.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Hedge Fund Intelligence</a:t>
            </a:r>
          </a:p>
        </p:txBody>
      </p:sp>
      <p:pic>
        <p:nvPicPr>
          <p:cNvPr id="3" name="Picture 2" descr="16-hedge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The Fund Treemap visualizes SEC 13F positions by portfolio value. Search managers, set minimum positions, bookmark funds. Chat shortcuts surface top holdings, popular securities, concentration, and activist 13D/13G filings.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Free public tools</a:t>
            </a:r>
          </a:p>
        </p:txBody>
      </p:sp>
      <p:pic>
        <p:nvPicPr>
          <p:cNvPr id="3" name="Picture 2" descr="02-plat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84960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Three no-sign-in workflows: Market Comparables (benchmark transaction multiples), Find Buyers (score strategic and financial buyers), Business Valuation (sector multiples + value drivers). Fields accept shorthand like 1M, 500k, 2.5B.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Workspace — companies and pipelines</a:t>
            </a:r>
          </a:p>
        </p:txBody>
      </p:sp>
      <p:pic>
        <p:nvPicPr>
          <p:cNvPr id="3" name="Picture 2" descr="08-app-se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Search companies by name, sector, geography. Open profiles, financials, deal briefs. Maintain target and buyer pipelines with drag-and-drop stages. Deal Radar ranks synergy pairs. Data Coverage syncs Estonian, Norwegian, and Danish sources.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Workspace — valuation, analytics, data room</a:t>
            </a:r>
          </a:p>
        </p:txBody>
      </p:sp>
      <p:pic>
        <p:nvPicPr>
          <p:cNvPr id="3" name="Picture 2" descr="14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Valuation: EV/Revenue, EV/EBITDA, DCF with adjustable assumptions. Analytics: plain-language database queries with tables and charts. Data Room: upload, organize, and parse PDF/DOCX/XLSX/PPTX files. IR drafts saved from the Press Release Creator appear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Skills</a:t>
            </a:r>
          </a:p>
        </p:txBody>
      </p:sp>
      <p:pic>
        <p:nvPicPr>
          <p:cNvPr id="3" name="Picture 2" descr="05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5047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Open Workspace → Skills at /app/skills to review and edit the operating prompt for each agent. WYSIWYG and Markdown modes, version history, reverting. Saved changes clear the agent cache immediately.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IR skills: IR Event Triage, Press Release Writer, IR Compliance Reviewer, IR Publish Agent, IR Distribution Planner.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Exports, account, and training</a:t>
            </a:r>
          </a:p>
        </p:txBody>
      </p:sp>
      <p:pic>
        <p:nvPicPr>
          <p:cNvPr id="3" name="Picture 2" descr="06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8012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Exports: XLSX, DOCX, branded PDF, CSV, press-release Markdown/Word/PDF. Account: profile, password, currency (EUR/GBP/USD), role, deal preferences, digest notifications. Training: Deal Street scenario-based RPG. Keyboard: Enter = send, Shift+Enter = newline.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Demo checklist</a:t>
            </a:r>
          </a:p>
        </p:txBody>
      </p:sp>
      <p:pic>
        <p:nvPicPr>
          <p:cNvPr id="3" name="Picture 2" descr="18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486400" cy="3526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1. Sign in → show persistence and Data Room.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2. IR Press Release Creator with a real company topic.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3. Review source notes and verification placeholders.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4. Export to Markdown, Word, PDF → save to Data Room.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5. ir-triage: on a hypothetical material event.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6. ir-publish: → wire-ready package + checklist.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7. Contrast releases: vs write-release:.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8. Open Skills → Press Release Writer skill.</a:t>
            </a:r>
          </a:p>
          <a:p>
            <a:pPr>
              <a:spcAft>
                <a:spcPts val="300"/>
              </a:spcAft>
              <a:defRPr sz="1300">
                <a:solidFill>
                  <a:srgbClr val="F8FAFC"/>
                </a:solidFill>
              </a:defRPr>
            </a:pPr>
            <a:r>
              <a:t>9. Finish with a public-markets page.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</a:defRPr>
            </a:pPr>
            <a:r>
              <a:t>Document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Generated from platform state on 2026-07-28. Prior editions archived under docs/archive/. The regenerate-liquidround-demo skill archives, audits, refreshes, and produces timestamped MD + PDF + PPTX.</a:t>
            </a:r>
          </a:p>
          <a:p>
            <a:pPr>
              <a:spcAft>
                <a:spcPts val="400"/>
              </a:spcAft>
              <a:defRPr sz="1400">
                <a:solidFill>
                  <a:srgbClr val="F8FAFC"/>
                </a:solidFill>
              </a:defRPr>
            </a:pPr>
            <a:r>
              <a:t>LiquidRound v0.6.0 — Predictive Labs Ltd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